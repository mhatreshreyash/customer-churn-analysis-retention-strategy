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Analysis &amp; Retention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Business Analytics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causes revenue loss and impacts long-term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churn behavior, identify drivers, and recommend retention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7043 customers, 21 variables, telecom business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→ EDA → Statistical Analysis → Segmentation →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Distribution</a:t>
            </a:r>
          </a:p>
        </p:txBody>
      </p:sp>
      <p:pic>
        <p:nvPicPr>
          <p:cNvPr id="3" name="Picture 2" descr="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Analysis</a:t>
            </a:r>
          </a:p>
        </p:txBody>
      </p:sp>
      <p:pic>
        <p:nvPicPr>
          <p:cNvPr id="3" name="Picture 2" descr="contract_vs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Charges Analysis</a:t>
            </a:r>
          </a:p>
        </p:txBody>
      </p:sp>
      <p:pic>
        <p:nvPicPr>
          <p:cNvPr id="3" name="Picture 2" descr="monthly_char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Month-to-month contracts, high charges and low tenure drive churn.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Contract discounts, onboarding, loyalty programs, predictive retention.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4-week rollout followed by KPI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actions can reduce churn and improve profitability.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